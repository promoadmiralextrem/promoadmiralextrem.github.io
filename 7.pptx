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</p:sldIdLst>
  <p:sldSz cx="47463075" cy="26773188"/>
  <p:notesSz cx="7559675" cy="106918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0" d="100"/>
          <a:sy n="20" d="100"/>
        </p:scale>
        <p:origin x="835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372760" y="1067400"/>
            <a:ext cx="427143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2077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372760" y="6264000"/>
            <a:ext cx="42714360" cy="1552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E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58F5AA8-8014-46E1-8C68-90A4790DC731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372760" y="1067400"/>
            <a:ext cx="42714360" cy="4468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s-ES" sz="20770" b="0" strike="noStrike" spc="-1">
                <a:solidFill>
                  <a:srgbClr val="000000"/>
                </a:solidFill>
                <a:latin typeface="Arial"/>
              </a:rPr>
              <a:t>Pulse para editar el formato del texto de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372760" y="6264000"/>
            <a:ext cx="42714360" cy="1552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669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5110" b="0" strike="noStrike" spc="-1">
                <a:solidFill>
                  <a:srgbClr val="000000"/>
                </a:solidFill>
                <a:latin typeface="Arial"/>
              </a:rPr>
              <a:t>Pulse para editar el formato de texto del esquema</a:t>
            </a:r>
          </a:p>
          <a:p>
            <a:pPr marL="864000" lvl="1" indent="-324000">
              <a:spcBef>
                <a:spcPts val="535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13220" b="0" strike="noStrike" spc="-1">
                <a:solidFill>
                  <a:srgbClr val="000000"/>
                </a:solidFill>
                <a:latin typeface="Arial"/>
              </a:rPr>
              <a:t>Segundo nivel del esquema</a:t>
            </a:r>
          </a:p>
          <a:p>
            <a:pPr marL="1296000" lvl="2" indent="-288000">
              <a:spcBef>
                <a:spcPts val="40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11340" b="0" strike="noStrike" spc="-1">
                <a:solidFill>
                  <a:srgbClr val="000000"/>
                </a:solidFill>
                <a:latin typeface="Arial"/>
              </a:rPr>
              <a:t>Tercer nivel del esquema</a:t>
            </a:r>
          </a:p>
          <a:p>
            <a:pPr marL="1728000" lvl="3" indent="-216000">
              <a:spcBef>
                <a:spcPts val="267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ES" sz="9450" b="0" strike="noStrike" spc="-1">
                <a:solidFill>
                  <a:srgbClr val="000000"/>
                </a:solidFill>
                <a:latin typeface="Arial"/>
              </a:rPr>
              <a:t>Cuarto nivel del esquema</a:t>
            </a:r>
          </a:p>
          <a:p>
            <a:pPr marL="2160000" lvl="4" indent="-216000">
              <a:spcBef>
                <a:spcPts val="13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9450" b="0" strike="noStrike" spc="-1">
                <a:solidFill>
                  <a:srgbClr val="000000"/>
                </a:solidFill>
                <a:latin typeface="Arial"/>
              </a:rPr>
              <a:t>Quinto nivel del esquema</a:t>
            </a:r>
          </a:p>
          <a:p>
            <a:pPr marL="2592000" lvl="5" indent="-216000">
              <a:spcBef>
                <a:spcPts val="13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9450" b="0" strike="noStrike" spc="-1">
                <a:solidFill>
                  <a:srgbClr val="000000"/>
                </a:solidFill>
                <a:latin typeface="Arial"/>
              </a:rPr>
              <a:t>Sexto nivel del esquema</a:t>
            </a:r>
          </a:p>
          <a:p>
            <a:pPr marL="3024000" lvl="6" indent="-216000">
              <a:spcBef>
                <a:spcPts val="13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ES" sz="9450" b="0" strike="noStrike" spc="-1">
                <a:solidFill>
                  <a:srgbClr val="000000"/>
                </a:solidFill>
                <a:latin typeface="Arial"/>
              </a:rPr>
              <a:t>Séptimo nivel del esquema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2372760" y="24389640"/>
            <a:ext cx="11057040" cy="18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&lt;fecha/hora&gt;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6232040" y="24389640"/>
            <a:ext cx="15044040" cy="18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34030440" y="24389640"/>
            <a:ext cx="11057040" cy="184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30E204A-0601-4DF6-97E8-F92FA27875FE}" type="slidenum">
              <a:rPr lang="es-E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s-E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" y="-5068679"/>
            <a:ext cx="48017052" cy="35272076"/>
          </a:xfrm>
          <a:prstGeom prst="rect">
            <a:avLst/>
          </a:prstGeom>
          <a:ln w="0">
            <a:noFill/>
          </a:ln>
        </p:spPr>
      </p:pic>
      <p:sp>
        <p:nvSpPr>
          <p:cNvPr id="8" name="Rectángulo 18"/>
          <p:cNvSpPr/>
          <p:nvPr/>
        </p:nvSpPr>
        <p:spPr>
          <a:xfrm rot="10800000">
            <a:off x="0" y="4503525"/>
            <a:ext cx="25465680" cy="11801538"/>
          </a:xfrm>
          <a:prstGeom prst="rect">
            <a:avLst/>
          </a:prstGeom>
          <a:gradFill rotWithShape="0">
            <a:gsLst>
              <a:gs pos="19000">
                <a:srgbClr val="F6F8FC">
                  <a:alpha val="0"/>
                </a:srgbClr>
              </a:gs>
              <a:gs pos="100000">
                <a:srgbClr val="001E57"/>
              </a:gs>
            </a:gsLst>
            <a:lin ang="108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23940" b="0" strike="noStrike" spc="-1">
                <a:solidFill>
                  <a:schemeClr val="lt1"/>
                </a:solidFill>
                <a:latin typeface="Calibri"/>
              </a:rPr>
              <a:t>      </a:t>
            </a:r>
            <a:endParaRPr lang="es-ES" sz="2394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n 37" descr="Un dibujo de una persona&#10;&#10;Descripción generada automáticamente con confianza media"/>
          <p:cNvPicPr/>
          <p:nvPr/>
        </p:nvPicPr>
        <p:blipFill>
          <a:blip r:embed="rId3"/>
          <a:stretch/>
        </p:blipFill>
        <p:spPr>
          <a:xfrm>
            <a:off x="35071200" y="1068480"/>
            <a:ext cx="10108800" cy="1271520"/>
          </a:xfrm>
          <a:prstGeom prst="rect">
            <a:avLst/>
          </a:prstGeom>
          <a:ln w="0">
            <a:noFill/>
          </a:ln>
          <a:effectLst>
            <a:outerShdw blurRad="634680" dist="37674" dir="2700000" rotWithShape="0">
              <a:srgbClr val="000000"/>
            </a:outerShdw>
          </a:effectLst>
        </p:spPr>
      </p:pic>
      <p:pic>
        <p:nvPicPr>
          <p:cNvPr id="11" name="Imagen 31" descr="Icono&#10;&#10;Descripción generada automáticamente con confianza media"/>
          <p:cNvPicPr/>
          <p:nvPr/>
        </p:nvPicPr>
        <p:blipFill>
          <a:blip r:embed="rId4"/>
          <a:stretch/>
        </p:blipFill>
        <p:spPr>
          <a:xfrm>
            <a:off x="34976880" y="24300000"/>
            <a:ext cx="7683120" cy="1271520"/>
          </a:xfrm>
          <a:prstGeom prst="rect">
            <a:avLst/>
          </a:prstGeom>
          <a:ln w="0">
            <a:noFill/>
          </a:ln>
        </p:spPr>
      </p:pic>
      <p:pic>
        <p:nvPicPr>
          <p:cNvPr id="12" name="Imagen 33" descr="Logotipo&#10;&#10;Descripción generada automáticamente"/>
          <p:cNvPicPr/>
          <p:nvPr/>
        </p:nvPicPr>
        <p:blipFill>
          <a:blip r:embed="rId5"/>
          <a:stretch/>
        </p:blipFill>
        <p:spPr>
          <a:xfrm>
            <a:off x="43281720" y="24021720"/>
            <a:ext cx="1718280" cy="1718280"/>
          </a:xfrm>
          <a:prstGeom prst="rect">
            <a:avLst/>
          </a:prstGeom>
          <a:ln w="0">
            <a:noFill/>
          </a:ln>
        </p:spPr>
      </p:pic>
      <p:sp>
        <p:nvSpPr>
          <p:cNvPr id="13" name="Rectángulo 6"/>
          <p:cNvSpPr/>
          <p:nvPr/>
        </p:nvSpPr>
        <p:spPr>
          <a:xfrm rot="10800000">
            <a:off x="0" y="23536500"/>
            <a:ext cx="9326520" cy="2244240"/>
          </a:xfrm>
          <a:prstGeom prst="rect">
            <a:avLst/>
          </a:prstGeom>
          <a:gradFill rotWithShape="0">
            <a:gsLst>
              <a:gs pos="19000">
                <a:srgbClr val="F6F8FC">
                  <a:alpha val="0"/>
                </a:srgbClr>
              </a:gs>
              <a:gs pos="100000">
                <a:srgbClr val="001E57"/>
              </a:gs>
            </a:gsLst>
            <a:lin ang="108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23940" b="0" strike="noStrike" spc="-1">
                <a:solidFill>
                  <a:schemeClr val="lt1"/>
                </a:solidFill>
                <a:latin typeface="Calibri"/>
              </a:rPr>
              <a:t>       </a:t>
            </a:r>
            <a:endParaRPr lang="es-ES" sz="239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Rectángulo 18">
            <a:extLst>
              <a:ext uri="{FF2B5EF4-FFF2-40B4-BE49-F238E27FC236}">
                <a16:creationId xmlns:a16="http://schemas.microsoft.com/office/drawing/2014/main" id="{E0779B66-9FC1-405F-B4ED-2679216B1D7F}"/>
              </a:ext>
            </a:extLst>
          </p:cNvPr>
          <p:cNvSpPr/>
          <p:nvPr/>
        </p:nvSpPr>
        <p:spPr>
          <a:xfrm rot="10800000">
            <a:off x="0" y="17512131"/>
            <a:ext cx="25465680" cy="4984847"/>
          </a:xfrm>
          <a:prstGeom prst="rect">
            <a:avLst/>
          </a:prstGeom>
          <a:gradFill rotWithShape="0">
            <a:gsLst>
              <a:gs pos="19000">
                <a:srgbClr val="F6F8FC">
                  <a:alpha val="0"/>
                </a:srgbClr>
              </a:gs>
              <a:gs pos="100000">
                <a:srgbClr val="001E57"/>
              </a:gs>
            </a:gsLst>
            <a:lin ang="10800000"/>
          </a:gradFill>
          <a:ln w="126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r>
              <a:rPr lang="es-ES" sz="23940" b="0" strike="noStrike" spc="-1">
                <a:solidFill>
                  <a:schemeClr val="lt1"/>
                </a:solidFill>
                <a:latin typeface="Calibri"/>
              </a:rPr>
              <a:t>      </a:t>
            </a:r>
            <a:endParaRPr lang="es-ES" sz="2394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2311963-A1AB-9B48-0917-5921097AB6AD}"/>
              </a:ext>
            </a:extLst>
          </p:cNvPr>
          <p:cNvSpPr txBox="1"/>
          <p:nvPr/>
        </p:nvSpPr>
        <p:spPr>
          <a:xfrm>
            <a:off x="546601" y="24300000"/>
            <a:ext cx="31628998" cy="1015663"/>
          </a:xfrm>
          <a:prstGeom prst="rect">
            <a:avLst/>
          </a:prstGeom>
          <a:noFill/>
          <a:effectLst>
            <a:outerShdw blurRad="759555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6000" b="1" dirty="0">
                <a:solidFill>
                  <a:schemeClr val="bg1"/>
                </a:solidFill>
                <a:latin typeface="Titillium Web" pitchFamily="2" charset="77"/>
              </a:rPr>
              <a:t>4 de Abril 13:45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1F54C2A-B2BE-3519-6D30-2B44FFAEFEA9}"/>
              </a:ext>
            </a:extLst>
          </p:cNvPr>
          <p:cNvSpPr txBox="1"/>
          <p:nvPr/>
        </p:nvSpPr>
        <p:spPr>
          <a:xfrm>
            <a:off x="401640" y="5243025"/>
            <a:ext cx="31628998" cy="12865060"/>
          </a:xfrm>
          <a:prstGeom prst="rect">
            <a:avLst/>
          </a:prstGeom>
          <a:noFill/>
          <a:effectLst>
            <a:outerShdw blurRad="759555" dist="38100" dir="2700000" algn="tl" rotWithShape="0">
              <a:prstClr val="black"/>
            </a:outerShdw>
          </a:effectLst>
        </p:spPr>
        <p:txBody>
          <a:bodyPr wrap="square" rtlCol="0">
            <a:spAutoFit/>
          </a:bodyPr>
          <a:lstStyle/>
          <a:p>
            <a:r>
              <a:rPr lang="es-ES" sz="15000" b="1" dirty="0">
                <a:solidFill>
                  <a:schemeClr val="bg1"/>
                </a:solidFill>
                <a:latin typeface="Titillium Web" pitchFamily="2" charset="77"/>
              </a:rPr>
              <a:t>FA CUP</a:t>
            </a:r>
            <a:br>
              <a:rPr lang="es-ES" sz="15000" b="1" dirty="0">
                <a:solidFill>
                  <a:schemeClr val="bg1"/>
                </a:solidFill>
                <a:latin typeface="Titillium Web" pitchFamily="2" charset="77"/>
              </a:rPr>
            </a:br>
            <a:r>
              <a:rPr lang="es-ES" sz="22000" b="1" dirty="0">
                <a:solidFill>
                  <a:srgbClr val="FFCD00"/>
                </a:solidFill>
                <a:latin typeface="Titillium Web" pitchFamily="2" charset="77"/>
              </a:rPr>
              <a:t>MAN CITY</a:t>
            </a:r>
          </a:p>
          <a:p>
            <a:r>
              <a:rPr lang="es-ES" sz="12000" b="1" dirty="0">
                <a:solidFill>
                  <a:schemeClr val="bg1"/>
                </a:solidFill>
                <a:latin typeface="Titillium Web" pitchFamily="2" charset="77"/>
              </a:rPr>
              <a:t>VS</a:t>
            </a:r>
          </a:p>
          <a:p>
            <a:r>
              <a:rPr lang="es-ES" sz="22000" b="1" dirty="0">
                <a:solidFill>
                  <a:srgbClr val="FFCD00"/>
                </a:solidFill>
                <a:latin typeface="Titillium Web" pitchFamily="2" charset="77"/>
              </a:rPr>
              <a:t>LIVERPOOL</a:t>
            </a:r>
          </a:p>
          <a:p>
            <a:endParaRPr lang="es-ES" sz="12000" b="1" dirty="0">
              <a:solidFill>
                <a:schemeClr val="bg1"/>
              </a:solidFill>
              <a:latin typeface="Titillium Web" pitchFamily="2" charset="77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9E8AAB2-8BFB-31C9-D127-2D279810D305}"/>
              </a:ext>
            </a:extLst>
          </p:cNvPr>
          <p:cNvSpPr txBox="1"/>
          <p:nvPr/>
        </p:nvSpPr>
        <p:spPr>
          <a:xfrm>
            <a:off x="401640" y="17439059"/>
            <a:ext cx="32326260" cy="4678204"/>
          </a:xfrm>
          <a:prstGeom prst="rect">
            <a:avLst/>
          </a:prstGeom>
          <a:noFill/>
          <a:effectLst>
            <a:outerShdw blurRad="759555" dist="38100" dir="2700000" algn="tl" rotWithShape="0">
              <a:prstClr val="black"/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0000" b="1" i="1" dirty="0">
                <a:solidFill>
                  <a:schemeClr val="bg1"/>
                </a:solidFill>
                <a:latin typeface="Titillium Web"/>
              </a:rPr>
              <a:t>Choque de gigantes</a:t>
            </a:r>
            <a:br>
              <a:rPr lang="es-ES" sz="6600" b="1" i="1" dirty="0">
                <a:solidFill>
                  <a:schemeClr val="bg1"/>
                </a:solidFill>
                <a:latin typeface="Titillium Web" panose="00000500000000000000" pitchFamily="2" charset="0"/>
              </a:rPr>
            </a:br>
            <a:r>
              <a:rPr lang="es-ES" sz="6600" b="1" i="1" dirty="0">
                <a:solidFill>
                  <a:schemeClr val="bg1"/>
                </a:solidFill>
                <a:latin typeface="Titillium Web" panose="00000500000000000000" pitchFamily="2" charset="0"/>
              </a:rPr>
              <a:t>el City de Pep buscará el pase a semis tras la resaca de la Carabao Cup frente a un Liverpool que no están en su mejor año. En la FA Cup se espera duelo abierto y con goles con favoritismo para los </a:t>
            </a:r>
            <a:r>
              <a:rPr lang="es-ES" sz="6600" b="1" i="1" dirty="0" err="1">
                <a:solidFill>
                  <a:schemeClr val="bg1"/>
                </a:solidFill>
                <a:latin typeface="Titillium Web" panose="00000500000000000000" pitchFamily="2" charset="0"/>
              </a:rPr>
              <a:t>citizens</a:t>
            </a:r>
            <a:r>
              <a:rPr lang="es-ES" sz="6600" b="1" i="1" dirty="0">
                <a:solidFill>
                  <a:schemeClr val="bg1"/>
                </a:solidFill>
                <a:latin typeface="Titillium Web" panose="00000500000000000000" pitchFamily="2" charset="0"/>
              </a:rPr>
              <a:t> en su campo. Apuesta a Empate/City en descanso/final a cuota 4,75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adc5611-1239-43cb-affd-bb676e94b7fa" xsi:nil="true"/>
    <lcf76f155ced4ddcb4097134ff3c332f xmlns="5602e359-6f31-4e4f-a8c0-6571e4f8a92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8F6AFD50ED64B4580346A7230B284A8" ma:contentTypeVersion="14" ma:contentTypeDescription="Crear nuevo documento." ma:contentTypeScope="" ma:versionID="30ad4f96462838b35fa57f471b5835af">
  <xsd:schema xmlns:xsd="http://www.w3.org/2001/XMLSchema" xmlns:xs="http://www.w3.org/2001/XMLSchema" xmlns:p="http://schemas.microsoft.com/office/2006/metadata/properties" xmlns:ns2="5602e359-6f31-4e4f-a8c0-6571e4f8a92f" xmlns:ns3="badc5611-1239-43cb-affd-bb676e94b7fa" targetNamespace="http://schemas.microsoft.com/office/2006/metadata/properties" ma:root="true" ma:fieldsID="2302a1a250b6f9e716de941d2ca63186" ns2:_="" ns3:_="">
    <xsd:import namespace="5602e359-6f31-4e4f-a8c0-6571e4f8a92f"/>
    <xsd:import namespace="badc5611-1239-43cb-affd-bb676e94b7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02e359-6f31-4e4f-a8c0-6571e4f8a9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Etiquetas de imagen" ma:readOnly="false" ma:fieldId="{5cf76f15-5ced-4ddc-b409-7134ff3c332f}" ma:taxonomyMulti="true" ma:sspId="c234289b-cbaa-46b3-8297-8382b9b2a5e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5611-1239-43cb-affd-bb676e94b7f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fe6720d0-a706-4b94-983f-509fa6a10956}" ma:internalName="TaxCatchAll" ma:showField="CatchAllData" ma:web="badc5611-1239-43cb-affd-bb676e94b7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0BF12F-7F0B-442C-A976-F19316B61D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C707B7-021E-420F-B6D4-C83CD791DF8B}">
  <ds:schemaRefs>
    <ds:schemaRef ds:uri="http://schemas.microsoft.com/office/2006/metadata/properties"/>
    <ds:schemaRef ds:uri="http://schemas.microsoft.com/office/infopath/2007/PartnerControls"/>
    <ds:schemaRef ds:uri="badc5611-1239-43cb-affd-bb676e94b7fa"/>
    <ds:schemaRef ds:uri="5602e359-6f31-4e4f-a8c0-6571e4f8a92f"/>
  </ds:schemaRefs>
</ds:datastoreItem>
</file>

<file path=customXml/itemProps3.xml><?xml version="1.0" encoding="utf-8"?>
<ds:datastoreItem xmlns:ds="http://schemas.openxmlformats.org/officeDocument/2006/customXml" ds:itemID="{ABFD0BB7-A8CB-49CD-A454-18AC3137B3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02e359-6f31-4e4f-a8c0-6571e4f8a92f"/>
    <ds:schemaRef ds:uri="badc5611-1239-43cb-affd-bb676e94b7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</TotalTime>
  <Words>78</Words>
  <Application>Microsoft Office PowerPoint</Application>
  <PresentationFormat>Personalizado</PresentationFormat>
  <Paragraphs>8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Calibri</vt:lpstr>
      <vt:lpstr>Symbol</vt:lpstr>
      <vt:lpstr>Times New Roman</vt:lpstr>
      <vt:lpstr>Titillium Web</vt:lpstr>
      <vt:lpstr>Wingdings</vt:lpstr>
      <vt:lpstr>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gjimenez</dc:creator>
  <dc:description/>
  <cp:lastModifiedBy>Stephanie Acuña</cp:lastModifiedBy>
  <cp:revision>20</cp:revision>
  <dcterms:created xsi:type="dcterms:W3CDTF">2026-03-06T14:01:16Z</dcterms:created>
  <dcterms:modified xsi:type="dcterms:W3CDTF">2026-03-30T13:16:27Z</dcterms:modified>
  <dc:language>es-ES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0x01010088F6AFD50ED64B4580346A7230B284A8</vt:lpwstr>
  </property>
</Properties>
</file>